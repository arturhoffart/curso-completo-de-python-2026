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Programação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Programar é dar instruções claras e organizadas para um computador.</a:t>
            </a:r>
          </a:p>
          <a:p>
            <a:r>
              <a:t>O computador não pensa, apenas executa exatamente o que foi instruído.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Algoritmo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algoritmo é uma sequência de passos bem definidos que levam a um resultado.</a:t>
            </a:r>
          </a:p>
          <a:p>
            <a:r>
              <a:t>Não depende de computador e pode ser escrito em linguagem humana.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do Dia a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Receita de bolo</a:t>
            </a:r>
          </a:p>
          <a:p>
            <a:r>
              <a:t>Uso do GPS</a:t>
            </a:r>
          </a:p>
          <a:p>
            <a:r>
              <a:t>Manual de montagem de móveis</a:t>
            </a:r>
          </a:p>
          <a:p>
            <a:r>
              <a:t>Todos seguem passos em ordem lógica.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o Computador Executa Instruções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Entrada: dados fornecidos</a:t>
            </a:r>
          </a:p>
          <a:p>
            <a:r>
              <a:t>Processamento: execução das instruções</a:t>
            </a:r>
          </a:p>
          <a:p>
            <a:r>
              <a:t>Saída: resultado apresentado</a:t>
            </a:r>
          </a:p>
          <a:p>
            <a:r>
              <a:t>O computador não interpreta contexto.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no Mercado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Aplicativos</a:t>
            </a:r>
          </a:p>
          <a:p>
            <a:r>
              <a:t>Sistemas bancários</a:t>
            </a:r>
          </a:p>
          <a:p>
            <a:r>
              <a:t>Automação</a:t>
            </a:r>
          </a:p>
          <a:p>
            <a:r>
              <a:t>Inteligência Artificial</a:t>
            </a:r>
          </a:p>
          <a:p>
            <a:r>
              <a:t>Jogos e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