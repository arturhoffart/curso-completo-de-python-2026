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9"/>
  </p:notesMasterIdLst>
  <p:sldIdLst>
    <p:sldId id="261" r:id="rId2"/>
    <p:sldId id="262" r:id="rId3"/>
    <p:sldId id="256" r:id="rId4"/>
    <p:sldId id="257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42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2B7E9-5F16-48F0-A8B7-953156A6A636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0E6C7-6F67-4050-AF08-D40E36B070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598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“Quando falamos em programação, muita gente imagina algo muito complicado, cheio de códigos difíceis.</a:t>
            </a:r>
            <a:br>
              <a:rPr lang="pt-BR" dirty="0"/>
            </a:br>
            <a:r>
              <a:rPr lang="pt-BR" dirty="0"/>
              <a:t>Mas, na verdade, programar é algo bem simples de entender: programar é dar instruções para o computador.</a:t>
            </a:r>
            <a:br>
              <a:rPr lang="pt-BR" dirty="0"/>
            </a:br>
            <a:r>
              <a:rPr lang="pt-BR" dirty="0"/>
              <a:t>O computador não pensa, não toma decisões sozinho e não entende intenções.</a:t>
            </a:r>
            <a:br>
              <a:rPr lang="pt-BR" dirty="0"/>
            </a:br>
            <a:r>
              <a:rPr lang="pt-BR" dirty="0"/>
              <a:t>Ele apenas executa exatamente o que foi mandado.</a:t>
            </a:r>
            <a:br>
              <a:rPr lang="pt-BR" dirty="0"/>
            </a:br>
            <a:r>
              <a:rPr lang="pt-BR" dirty="0"/>
              <a:t>Por isso, na programação, a clareza das instruções é fundamental.”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0E6C7-6F67-4050-AF08-D40E36B070F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031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“Antes mesmo de existir computador, os seres humanos já usavam algoritmos.</a:t>
            </a:r>
            <a:br>
              <a:rPr lang="pt-BR" dirty="0"/>
            </a:br>
            <a:r>
              <a:rPr lang="pt-BR" dirty="0"/>
              <a:t>Um algoritmo nada mais é do que uma sequência de passos bem definidos para chegar a um resultado.</a:t>
            </a:r>
            <a:br>
              <a:rPr lang="pt-BR" dirty="0"/>
            </a:br>
            <a:r>
              <a:rPr lang="pt-BR" dirty="0"/>
              <a:t>Esses passos precisam estar em ordem correta.</a:t>
            </a:r>
            <a:br>
              <a:rPr lang="pt-BR" dirty="0"/>
            </a:br>
            <a:r>
              <a:rPr lang="pt-BR" dirty="0"/>
              <a:t>O mais importante é entender que algoritmo não é código.</a:t>
            </a:r>
            <a:br>
              <a:rPr lang="pt-BR" dirty="0"/>
            </a:br>
            <a:r>
              <a:rPr lang="pt-BR" dirty="0"/>
              <a:t>Ele pode ser escrito em português, em forma de lista ou instruções, como estamos fazendo agora.”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0E6C7-6F67-4050-AF08-D40E36B070F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8554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“No nosso dia a dia usamos algoritmos o tempo todo, mesmo sem perceber.</a:t>
            </a:r>
            <a:br>
              <a:rPr lang="pt-BR" dirty="0"/>
            </a:br>
            <a:r>
              <a:rPr lang="pt-BR" dirty="0"/>
              <a:t>Uma receita de bolo, por exemplo, segue passos bem definidos.</a:t>
            </a:r>
            <a:br>
              <a:rPr lang="pt-BR" dirty="0"/>
            </a:br>
            <a:r>
              <a:rPr lang="pt-BR" dirty="0"/>
              <a:t>Um GPS também funciona assim, dando instruções uma após a outra.</a:t>
            </a:r>
            <a:br>
              <a:rPr lang="pt-BR" dirty="0"/>
            </a:br>
            <a:r>
              <a:rPr lang="pt-BR" dirty="0"/>
              <a:t>Até um manual de montagem de móveis é um algoritmo.</a:t>
            </a:r>
            <a:br>
              <a:rPr lang="pt-BR" dirty="0"/>
            </a:br>
            <a:r>
              <a:rPr lang="pt-BR" dirty="0"/>
              <a:t>Se você pular um passo ou trocar a ordem, o resultado final dá errado — exatamente como acontece na programação.”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0E6C7-6F67-4050-AF08-D40E36B070F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7683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“O computador sempre trabalha em três etapas principais.</a:t>
            </a:r>
            <a:br>
              <a:rPr lang="pt-BR" dirty="0"/>
            </a:br>
            <a:r>
              <a:rPr lang="pt-BR" dirty="0"/>
              <a:t>Primeiro, ele recebe uma entrada, que são os dados ou comandos que fornecemos.</a:t>
            </a:r>
            <a:br>
              <a:rPr lang="pt-BR" dirty="0"/>
            </a:br>
            <a:r>
              <a:rPr lang="pt-BR" dirty="0"/>
              <a:t>Depois, ele processa essas informações seguindo as instruções que foram programadas.</a:t>
            </a:r>
            <a:br>
              <a:rPr lang="pt-BR" dirty="0"/>
            </a:br>
            <a:r>
              <a:rPr lang="pt-BR" dirty="0"/>
              <a:t>Por fim, ele gera uma saída, que é o resultado.</a:t>
            </a:r>
            <a:br>
              <a:rPr lang="pt-BR" dirty="0"/>
            </a:br>
            <a:r>
              <a:rPr lang="pt-BR" dirty="0"/>
              <a:t>É importante entender que o computador não entende contexto ou intenção.</a:t>
            </a:r>
            <a:br>
              <a:rPr lang="pt-BR" dirty="0"/>
            </a:br>
            <a:r>
              <a:rPr lang="pt-BR" dirty="0"/>
              <a:t>Ele apenas executa aquilo que foi claramente definido.”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0E6C7-6F67-4050-AF08-D40E36B070F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847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“Hoje, a programação está presente em praticamente tudo.</a:t>
            </a:r>
            <a:br>
              <a:rPr lang="pt-BR" dirty="0"/>
            </a:br>
            <a:r>
              <a:rPr lang="pt-BR" dirty="0"/>
              <a:t>Aplicativos de celular, sistemas bancários, jogos, automação, inteligência artificial e muitos outros serviços dependem de programação.</a:t>
            </a:r>
            <a:br>
              <a:rPr lang="pt-BR" dirty="0"/>
            </a:br>
            <a:r>
              <a:rPr lang="pt-BR" dirty="0"/>
              <a:t>Aprender programação não significa apenas criar sistemas, mas desenvolver uma forma de pensar lógica e estruturada.</a:t>
            </a:r>
            <a:br>
              <a:rPr lang="pt-BR" dirty="0"/>
            </a:br>
            <a:r>
              <a:rPr lang="pt-BR" dirty="0"/>
              <a:t>Por isso, programar é uma habilidade cada vez mais valorizada no mercado de trabalho.”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0E6C7-6F67-4050-AF08-D40E36B070F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46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1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90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14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96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11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10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31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7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8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39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802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1062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48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1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6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91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95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103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8" descr="Logotipo">
            <a:extLst>
              <a:ext uri="{FF2B5EF4-FFF2-40B4-BE49-F238E27FC236}">
                <a16:creationId xmlns:a16="http://schemas.microsoft.com/office/drawing/2014/main" id="{D40ACECE-F438-5159-E24B-79BDD718B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76350"/>
            <a:ext cx="9144000" cy="6096000"/>
          </a:xfrm>
        </p:spPr>
      </p:pic>
    </p:spTree>
    <p:extLst>
      <p:ext uri="{BB962C8B-B14F-4D97-AF65-F5344CB8AC3E}">
        <p14:creationId xmlns:p14="http://schemas.microsoft.com/office/powerpoint/2010/main" val="2219651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A626DA-0619-70BA-DA88-AD55CB94B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E42D06-3304-FC24-69FF-AC1A0ACC4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443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Programação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Programar é dar instruções claras e organizadas para um computador.</a:t>
            </a:r>
          </a:p>
          <a:p>
            <a:r>
              <a:t>O computador não pensa, apenas executa exatamente o que foi instruído.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um Algoritmo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 algoritmo é uma sequência de passos bem definidos que levam a um resultado.</a:t>
            </a:r>
          </a:p>
          <a:p>
            <a:r>
              <a:t>Não depende de computador e pode ser escrito em linguagem humana.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Exemplos do Dia a 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Receita de bolo</a:t>
            </a:r>
          </a:p>
          <a:p>
            <a:r>
              <a:t>Uso do GPS</a:t>
            </a:r>
          </a:p>
          <a:p>
            <a:r>
              <a:t>Manual de montagem de móveis</a:t>
            </a:r>
          </a:p>
          <a:p>
            <a:r>
              <a:t>Todos seguem passos em ordem lógica.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Como o Computador Executa Instruções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Entrada: dados fornecidos</a:t>
            </a:r>
          </a:p>
          <a:p>
            <a:r>
              <a:t>Processamento: execução das instruções</a:t>
            </a:r>
          </a:p>
          <a:p>
            <a:r>
              <a:t>Saída: resultado apresentado</a:t>
            </a:r>
          </a:p>
          <a:p>
            <a:r>
              <a:t>O computador não interpreta contexto.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Programação no Mercado Atual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Aplicativos</a:t>
            </a:r>
          </a:p>
          <a:p>
            <a:r>
              <a:t>Sistemas bancários</a:t>
            </a:r>
          </a:p>
          <a:p>
            <a:r>
              <a:t>Automação</a:t>
            </a:r>
          </a:p>
          <a:p>
            <a:r>
              <a:t>Inteligência Artificial</a:t>
            </a:r>
          </a:p>
          <a:p>
            <a:r>
              <a:t>Jogos e sites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lha de Vapor">
  <a:themeElements>
    <a:clrScheme name="Trilha de Vapor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Trilha de Vapor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ilha de Vapor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Trilha de Vapor</Template>
  <TotalTime>16</TotalTime>
  <Words>505</Words>
  <Application>Microsoft Office PowerPoint</Application>
  <PresentationFormat>Apresentação na tela (4:3)</PresentationFormat>
  <Paragraphs>32</Paragraphs>
  <Slides>7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Arial</vt:lpstr>
      <vt:lpstr>Century Gothic</vt:lpstr>
      <vt:lpstr>Trilha de Vapor</vt:lpstr>
      <vt:lpstr>Apresentação do PowerPoint</vt:lpstr>
      <vt:lpstr>Apresentação do PowerPoint</vt:lpstr>
      <vt:lpstr>O que é Programação</vt:lpstr>
      <vt:lpstr>O que é um Algoritmo</vt:lpstr>
      <vt:lpstr>Exemplos do Dia a Dia</vt:lpstr>
      <vt:lpstr>Como o Computador Executa Instruções</vt:lpstr>
      <vt:lpstr>Programação no Mercado Atual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Artur Hoffart</cp:lastModifiedBy>
  <cp:revision>3</cp:revision>
  <dcterms:created xsi:type="dcterms:W3CDTF">2013-01-27T09:14:16Z</dcterms:created>
  <dcterms:modified xsi:type="dcterms:W3CDTF">2026-01-13T22:42:33Z</dcterms:modified>
  <cp:category/>
</cp:coreProperties>
</file>